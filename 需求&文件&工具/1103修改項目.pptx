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6" r:id="rId3"/>
    <p:sldId id="260" r:id="rId4"/>
    <p:sldId id="265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8961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337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94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5017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77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56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04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6874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7343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3961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4985-D11B-45BA-B556-AEF35380295E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943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44985-D11B-45BA-B556-AEF35380295E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0E65E-0E97-4B3A-BF3B-569CCB38F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0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721895" y="705852"/>
            <a:ext cx="10130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</a:t>
            </a:r>
            <a:r>
              <a:rPr lang="en-US" altLang="zh-TW" dirty="0" smtClean="0"/>
              <a:t>.[</a:t>
            </a:r>
            <a:r>
              <a:rPr lang="zh-TW" altLang="en-US" dirty="0" smtClean="0"/>
              <a:t>急救紀錄單</a:t>
            </a:r>
            <a:r>
              <a:rPr lang="en-US" altLang="zh-TW" dirty="0" smtClean="0"/>
              <a:t>-</a:t>
            </a:r>
            <a:r>
              <a:rPr lang="zh-TW" altLang="zh-TW" dirty="0" smtClean="0"/>
              <a:t>生命徵象暨急救藥物使用</a:t>
            </a:r>
            <a:r>
              <a:rPr lang="en-US" altLang="zh-TW" dirty="0" smtClean="0"/>
              <a:t>]</a:t>
            </a:r>
            <a:r>
              <a:rPr lang="zh-TW" altLang="en-US" dirty="0" smtClean="0"/>
              <a:t> ，</a:t>
            </a:r>
            <a:r>
              <a:rPr lang="zh-TW" altLang="zh-TW" dirty="0" smtClean="0"/>
              <a:t>生命</a:t>
            </a:r>
            <a:r>
              <a:rPr lang="zh-TW" altLang="zh-TW" dirty="0"/>
              <a:t>徵象，點擊測不到</a:t>
            </a:r>
            <a:r>
              <a:rPr lang="zh-TW" altLang="zh-TW" dirty="0" smtClean="0"/>
              <a:t>時</a:t>
            </a:r>
            <a:r>
              <a:rPr lang="zh-TW" altLang="en-US" dirty="0" smtClean="0"/>
              <a:t>，不要帶入單位。</a:t>
            </a:r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588" y="3458687"/>
            <a:ext cx="9529011" cy="3271976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95" y="1096987"/>
            <a:ext cx="6036512" cy="320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233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721895" y="705852"/>
            <a:ext cx="101305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</a:t>
            </a:r>
            <a:r>
              <a:rPr lang="en-US" altLang="zh-TW" dirty="0" smtClean="0"/>
              <a:t> </a:t>
            </a:r>
            <a:r>
              <a:rPr lang="en-US" altLang="zh-TW" dirty="0" smtClean="0"/>
              <a:t>.[</a:t>
            </a:r>
            <a:r>
              <a:rPr lang="zh-TW" altLang="en-US" dirty="0" smtClean="0"/>
              <a:t>急救紀錄單</a:t>
            </a:r>
            <a:r>
              <a:rPr lang="en-US" altLang="zh-TW" dirty="0" smtClean="0"/>
              <a:t>-</a:t>
            </a:r>
            <a:r>
              <a:rPr lang="zh-TW" altLang="zh-TW" dirty="0" smtClean="0"/>
              <a:t>生命徵象暨急救藥物使用</a:t>
            </a:r>
            <a:r>
              <a:rPr lang="en-US" altLang="zh-TW" dirty="0" smtClean="0"/>
              <a:t>]</a:t>
            </a:r>
            <a:r>
              <a:rPr lang="zh-TW" altLang="en-US" dirty="0" smtClean="0"/>
              <a:t> ，新增</a:t>
            </a:r>
            <a:r>
              <a:rPr lang="en-US" altLang="zh-TW" dirty="0" smtClean="0"/>
              <a:t>Epinephrine*(</a:t>
            </a:r>
            <a:r>
              <a:rPr lang="zh-TW" altLang="en-US" dirty="0" smtClean="0"/>
              <a:t>檢核為</a:t>
            </a:r>
            <a:r>
              <a:rPr lang="zh-TW" altLang="zh-TW" dirty="0" smtClean="0"/>
              <a:t>必</a:t>
            </a:r>
            <a:r>
              <a:rPr lang="zh-TW" altLang="zh-TW" dirty="0"/>
              <a:t>填</a:t>
            </a:r>
            <a:r>
              <a:rPr lang="en-US" altLang="zh-TW" dirty="0"/>
              <a:t>)</a:t>
            </a:r>
            <a:r>
              <a:rPr lang="zh-TW" altLang="zh-TW" dirty="0"/>
              <a:t>：</a:t>
            </a:r>
            <a:r>
              <a:rPr lang="en-US" altLang="zh-TW" dirty="0">
                <a:sym typeface="Wingdings 2" panose="05020102010507070707" pitchFamily="18" charset="2"/>
              </a:rPr>
              <a:t></a:t>
            </a:r>
            <a:r>
              <a:rPr lang="zh-TW" altLang="zh-TW" dirty="0"/>
              <a:t>未使用</a:t>
            </a:r>
            <a:r>
              <a:rPr lang="zh-TW" altLang="zh-TW" dirty="0" smtClean="0"/>
              <a:t>、</a:t>
            </a:r>
            <a:r>
              <a:rPr lang="en-US" altLang="zh-TW" dirty="0">
                <a:sym typeface="Wingdings 2" panose="05020102010507070707" pitchFamily="18" charset="2"/>
              </a:rPr>
              <a:t> </a:t>
            </a:r>
            <a:r>
              <a:rPr lang="zh-TW" altLang="zh-TW" dirty="0" smtClean="0"/>
              <a:t>第一次</a:t>
            </a:r>
            <a:r>
              <a:rPr lang="zh-TW" altLang="zh-TW" dirty="0"/>
              <a:t>用藥時間：日期</a:t>
            </a:r>
            <a:r>
              <a:rPr lang="en-US" altLang="zh-TW" dirty="0"/>
              <a:t>/</a:t>
            </a:r>
            <a:r>
              <a:rPr lang="zh-TW" altLang="zh-TW" dirty="0" smtClean="0"/>
              <a:t>時間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5" name="圖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32" y="1330742"/>
            <a:ext cx="5267325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字方塊 6"/>
          <p:cNvSpPr txBox="1"/>
          <p:nvPr/>
        </p:nvSpPr>
        <p:spPr>
          <a:xfrm>
            <a:off x="721895" y="4500562"/>
            <a:ext cx="10130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後續新增資料時，該項目要預帶相同資料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95" y="5259188"/>
            <a:ext cx="10058400" cy="11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29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721895" y="705852"/>
            <a:ext cx="10130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3 </a:t>
            </a:r>
            <a:r>
              <a:rPr lang="en-US" altLang="zh-TW" dirty="0"/>
              <a:t>. </a:t>
            </a:r>
            <a:r>
              <a:rPr lang="en-US" altLang="zh-TW" dirty="0" smtClean="0"/>
              <a:t>[</a:t>
            </a:r>
            <a:r>
              <a:rPr lang="zh-TW" altLang="en-US" dirty="0"/>
              <a:t>急救紀錄單</a:t>
            </a:r>
            <a:r>
              <a:rPr lang="en-US" altLang="zh-TW" dirty="0"/>
              <a:t>-</a:t>
            </a:r>
            <a:r>
              <a:rPr lang="zh-TW" altLang="en-US" dirty="0"/>
              <a:t>急前後記錄</a:t>
            </a:r>
            <a:r>
              <a:rPr lang="en-US" altLang="zh-TW" dirty="0"/>
              <a:t>]</a:t>
            </a:r>
            <a:r>
              <a:rPr lang="zh-TW" altLang="en-US" dirty="0"/>
              <a:t> 、</a:t>
            </a:r>
            <a:r>
              <a:rPr lang="en-US" altLang="zh-TW" dirty="0"/>
              <a:t>[</a:t>
            </a:r>
            <a:r>
              <a:rPr lang="zh-TW" altLang="en-US" dirty="0"/>
              <a:t>急救紀錄單</a:t>
            </a:r>
            <a:r>
              <a:rPr lang="en-US" altLang="zh-TW" dirty="0"/>
              <a:t>-</a:t>
            </a:r>
            <a:r>
              <a:rPr lang="zh-TW" altLang="zh-TW" dirty="0"/>
              <a:t>生命徵象暨急救藥物使用</a:t>
            </a:r>
            <a:r>
              <a:rPr lang="en-US" altLang="zh-TW" dirty="0"/>
              <a:t>]</a:t>
            </a:r>
            <a:r>
              <a:rPr lang="zh-TW" altLang="en-US" dirty="0"/>
              <a:t>、</a:t>
            </a:r>
            <a:r>
              <a:rPr lang="en-US" altLang="zh-TW" dirty="0"/>
              <a:t> [</a:t>
            </a:r>
            <a:r>
              <a:rPr lang="zh-TW" altLang="en-US" dirty="0"/>
              <a:t>急救紀錄單</a:t>
            </a:r>
            <a:r>
              <a:rPr lang="en-US" altLang="zh-TW" dirty="0"/>
              <a:t>-</a:t>
            </a:r>
            <a:r>
              <a:rPr lang="zh-TW" altLang="en-US" dirty="0"/>
              <a:t>急救後記錄</a:t>
            </a:r>
            <a:r>
              <a:rPr lang="en-US" altLang="zh-TW" dirty="0"/>
              <a:t>]</a:t>
            </a:r>
            <a:r>
              <a:rPr lang="zh-TW" altLang="en-US" dirty="0" smtClean="0"/>
              <a:t> 的</a:t>
            </a:r>
            <a:r>
              <a:rPr lang="en-US" altLang="zh-TW" dirty="0" smtClean="0"/>
              <a:t>[</a:t>
            </a:r>
            <a:r>
              <a:rPr lang="zh-TW" altLang="en-US" dirty="0" smtClean="0"/>
              <a:t>意識狀況</a:t>
            </a:r>
            <a:r>
              <a:rPr lang="en-US" altLang="zh-TW" dirty="0" smtClean="0"/>
              <a:t>]-</a:t>
            </a:r>
            <a:r>
              <a:rPr lang="zh-TW" altLang="en-US" dirty="0" smtClean="0"/>
              <a:t>點選瞳孔</a:t>
            </a:r>
            <a:r>
              <a:rPr lang="en-US" altLang="zh-TW" dirty="0"/>
              <a:t>(</a:t>
            </a:r>
            <a:r>
              <a:rPr lang="zh-TW" altLang="en-US" dirty="0"/>
              <a:t>無法睜眼</a:t>
            </a:r>
            <a:r>
              <a:rPr lang="en-US" altLang="zh-TW" dirty="0"/>
              <a:t>)</a:t>
            </a:r>
            <a:r>
              <a:rPr lang="zh-TW" altLang="en-US" dirty="0"/>
              <a:t>及</a:t>
            </a:r>
            <a:r>
              <a:rPr lang="en-US" altLang="zh-TW" dirty="0"/>
              <a:t>(</a:t>
            </a:r>
            <a:r>
              <a:rPr lang="zh-TW" altLang="en-US" dirty="0"/>
              <a:t>無法評估</a:t>
            </a:r>
            <a:r>
              <a:rPr lang="en-US" altLang="zh-TW" dirty="0"/>
              <a:t>)</a:t>
            </a:r>
            <a:r>
              <a:rPr lang="zh-TW" altLang="en-US" dirty="0" smtClean="0"/>
              <a:t>部分時，將大小項目隱藏，不提供填寫。</a:t>
            </a:r>
            <a:endParaRPr lang="en-US" altLang="zh-TW" dirty="0" smtClean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95" y="2257798"/>
            <a:ext cx="10058400" cy="182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2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721895" y="705852"/>
            <a:ext cx="101305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</a:t>
            </a:r>
            <a:r>
              <a:rPr lang="en-US" altLang="zh-TW" dirty="0" smtClean="0"/>
              <a:t> </a:t>
            </a:r>
            <a:r>
              <a:rPr lang="en-US" altLang="zh-TW" dirty="0"/>
              <a:t>.[</a:t>
            </a:r>
            <a:r>
              <a:rPr lang="zh-TW" altLang="en-US" dirty="0"/>
              <a:t>急救紀錄</a:t>
            </a:r>
            <a:r>
              <a:rPr lang="zh-TW" altLang="en-US" dirty="0" smtClean="0"/>
              <a:t>單</a:t>
            </a:r>
            <a:r>
              <a:rPr lang="en-US" altLang="zh-TW" dirty="0" smtClean="0"/>
              <a:t>-</a:t>
            </a:r>
            <a:r>
              <a:rPr lang="zh-TW" altLang="zh-TW" dirty="0"/>
              <a:t>生命徵象暨急救藥物使用</a:t>
            </a:r>
            <a:r>
              <a:rPr lang="en-US" altLang="zh-TW" dirty="0" smtClean="0"/>
              <a:t>]</a:t>
            </a:r>
            <a:r>
              <a:rPr lang="zh-TW" altLang="en-US" dirty="0" smtClean="0"/>
              <a:t> ，</a:t>
            </a:r>
            <a:r>
              <a:rPr lang="zh-TW" altLang="zh-TW" dirty="0"/>
              <a:t>瞳孔 左右兩眼 點擊「無法睜眼」、「無法評估」、「其他」，直接呈現結果值，不要呈現單位</a:t>
            </a:r>
            <a:r>
              <a:rPr lang="en-US" altLang="zh-TW" dirty="0"/>
              <a:t>mm(</a:t>
            </a:r>
            <a:r>
              <a:rPr lang="zh-TW" altLang="zh-TW" dirty="0"/>
              <a:t>無法睜眼</a:t>
            </a:r>
            <a:r>
              <a:rPr lang="en-US" altLang="zh-TW" dirty="0"/>
              <a:t>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346" y="1672389"/>
            <a:ext cx="5840827" cy="292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43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721895" y="705852"/>
            <a:ext cx="101305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5</a:t>
            </a:r>
            <a:r>
              <a:rPr lang="en-US" altLang="zh-TW" dirty="0" smtClean="0"/>
              <a:t> </a:t>
            </a:r>
            <a:r>
              <a:rPr lang="en-US" altLang="zh-TW" dirty="0"/>
              <a:t>.[</a:t>
            </a:r>
            <a:r>
              <a:rPr lang="zh-TW" altLang="en-US" dirty="0"/>
              <a:t>急救紀錄</a:t>
            </a:r>
            <a:r>
              <a:rPr lang="zh-TW" altLang="en-US" dirty="0" smtClean="0"/>
              <a:t>單</a:t>
            </a:r>
            <a:r>
              <a:rPr lang="en-US" altLang="zh-TW" dirty="0" smtClean="0"/>
              <a:t>-</a:t>
            </a:r>
            <a:r>
              <a:rPr lang="zh-TW" altLang="en-US" dirty="0" smtClean="0"/>
              <a:t>急救後記錄</a:t>
            </a:r>
            <a:r>
              <a:rPr lang="en-US" altLang="zh-TW" dirty="0" smtClean="0"/>
              <a:t>]</a:t>
            </a:r>
            <a:r>
              <a:rPr lang="zh-TW" altLang="en-US" dirty="0" smtClean="0"/>
              <a:t> ，</a:t>
            </a:r>
            <a:r>
              <a:rPr lang="zh-TW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心外</a:t>
            </a:r>
            <a:r>
              <a:rPr lang="zh-TW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按摩</a:t>
            </a:r>
            <a:r>
              <a:rPr lang="zh-TW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新增在電擊上方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原本應該就有的功能，上次調整內容的時候不小心移除，請協助加回來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5" name="圖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49" y="1629182"/>
            <a:ext cx="52768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818649" y="3063860"/>
            <a:ext cx="5954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□</a:t>
            </a:r>
            <a:r>
              <a:rPr lang="zh-TW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心</a:t>
            </a:r>
            <a:r>
              <a:rPr lang="zh-TW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外按摩，</a:t>
            </a:r>
            <a:r>
              <a:rPr lang="zh-TW" altLang="zh-TW" dirty="0">
                <a:solidFill>
                  <a:srgbClr val="000000"/>
                </a:solidFill>
                <a:ea typeface="Times New Roman" panose="02020603050405020304" pitchFamily="18" charset="0"/>
              </a:rPr>
              <a:t>CPCR</a:t>
            </a:r>
            <a:r>
              <a:rPr lang="zh-TW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開始時間</a:t>
            </a:r>
            <a:r>
              <a:rPr lang="zh-TW" altLang="zh-TW" dirty="0">
                <a:solidFill>
                  <a:srgbClr val="000000"/>
                </a:solidFill>
                <a:ea typeface="Times New Roman" panose="02020603050405020304" pitchFamily="18" charset="0"/>
              </a:rPr>
              <a:t>_______(YYYY/MM/DD HH:MM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649" y="3724076"/>
            <a:ext cx="9464842" cy="268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276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721895" y="705852"/>
            <a:ext cx="101305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6</a:t>
            </a:r>
            <a:r>
              <a:rPr lang="en-US" altLang="zh-TW" dirty="0" smtClean="0"/>
              <a:t> </a:t>
            </a:r>
            <a:r>
              <a:rPr lang="en-US" altLang="zh-TW" dirty="0" smtClean="0"/>
              <a:t>.[</a:t>
            </a:r>
            <a:r>
              <a:rPr lang="zh-TW" altLang="en-US" dirty="0" smtClean="0"/>
              <a:t>攝入輸出</a:t>
            </a:r>
            <a:r>
              <a:rPr lang="en-US" altLang="zh-TW" dirty="0" smtClean="0"/>
              <a:t>]</a:t>
            </a:r>
            <a:r>
              <a:rPr lang="zh-TW" altLang="en-US" dirty="0" smtClean="0"/>
              <a:t> ，查詢</a:t>
            </a:r>
            <a:r>
              <a:rPr lang="en-US" altLang="zh-TW" dirty="0" smtClean="0"/>
              <a:t>[</a:t>
            </a:r>
            <a:r>
              <a:rPr lang="zh-TW" altLang="en-US" dirty="0" smtClean="0"/>
              <a:t>產</a:t>
            </a:r>
            <a:r>
              <a:rPr lang="zh-TW" altLang="en-US" dirty="0"/>
              <a:t>嬰明</a:t>
            </a:r>
            <a:r>
              <a:rPr lang="zh-TW" altLang="en-US" dirty="0" smtClean="0"/>
              <a:t>細</a:t>
            </a:r>
            <a:r>
              <a:rPr lang="en-US" altLang="zh-TW" dirty="0" smtClean="0"/>
              <a:t>]</a:t>
            </a:r>
            <a:r>
              <a:rPr lang="zh-TW" altLang="en-US" dirty="0" smtClean="0"/>
              <a:t>時，排便次數及配方乳沒有寫在正確的位置上，且白班</a:t>
            </a:r>
            <a:r>
              <a:rPr lang="zh-TW" altLang="en-US" dirty="0"/>
              <a:t>小計未加</a:t>
            </a:r>
            <a:r>
              <a:rPr lang="zh-TW" altLang="en-US" dirty="0" smtClean="0"/>
              <a:t>總配方乳。</a:t>
            </a:r>
            <a:r>
              <a:rPr lang="en-US" altLang="zh-TW" dirty="0" smtClean="0"/>
              <a:t>(</a:t>
            </a:r>
            <a:r>
              <a:rPr lang="zh-TW" altLang="en-US" dirty="0" smtClean="0"/>
              <a:t>請順便釐清產嬰資料下的格子數目前各代入什麼資料，因為怎麼感覺好像有多一格出來</a:t>
            </a:r>
            <a:r>
              <a:rPr lang="en-US" altLang="zh-TW" dirty="0" smtClean="0"/>
              <a:t>)</a:t>
            </a:r>
          </a:p>
          <a:p>
            <a:endParaRPr lang="en-US" altLang="zh-TW" dirty="0" smtClean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89" y="1468427"/>
            <a:ext cx="10058400" cy="316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741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27" y="1158555"/>
            <a:ext cx="8590548" cy="4005853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721895" y="705852"/>
            <a:ext cx="10130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可點選</a:t>
            </a:r>
            <a:r>
              <a:rPr lang="en-US" altLang="zh-TW" dirty="0" smtClean="0"/>
              <a:t>[</a:t>
            </a:r>
            <a:r>
              <a:rPr lang="zh-TW" altLang="en-US" dirty="0" smtClean="0"/>
              <a:t>明細</a:t>
            </a:r>
            <a:r>
              <a:rPr lang="en-US" altLang="zh-TW" dirty="0" smtClean="0"/>
              <a:t>]</a:t>
            </a:r>
            <a:r>
              <a:rPr lang="zh-TW" altLang="en-US" dirty="0" smtClean="0"/>
              <a:t>查詢目前有輸入的資料，也可以點選</a:t>
            </a:r>
            <a:r>
              <a:rPr lang="en-US" altLang="zh-TW" dirty="0" smtClean="0"/>
              <a:t>[</a:t>
            </a:r>
            <a:r>
              <a:rPr lang="zh-TW" altLang="en-US" dirty="0" smtClean="0"/>
              <a:t>攝入</a:t>
            </a:r>
            <a:r>
              <a:rPr lang="en-US" altLang="zh-TW" dirty="0" smtClean="0"/>
              <a:t>]</a:t>
            </a:r>
            <a:r>
              <a:rPr lang="zh-TW" altLang="en-US" dirty="0" smtClean="0"/>
              <a:t>、</a:t>
            </a:r>
            <a:r>
              <a:rPr lang="en-US" altLang="zh-TW" dirty="0" smtClean="0"/>
              <a:t>[</a:t>
            </a:r>
            <a:r>
              <a:rPr lang="zh-TW" altLang="en-US" dirty="0" smtClean="0"/>
              <a:t>輸出</a:t>
            </a:r>
            <a:r>
              <a:rPr lang="en-US" altLang="zh-TW" dirty="0" smtClean="0"/>
              <a:t>]</a:t>
            </a:r>
            <a:r>
              <a:rPr lang="zh-TW" altLang="en-US" dirty="0" smtClean="0"/>
              <a:t>做資料寫入</a:t>
            </a:r>
            <a:endParaRPr lang="en-US" altLang="zh-TW" dirty="0" smtClean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253" y="4055139"/>
            <a:ext cx="7363326" cy="267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819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4195</TotalTime>
  <Words>348</Words>
  <Application>Microsoft Office PowerPoint</Application>
  <PresentationFormat>寬螢幕</PresentationFormat>
  <Paragraphs>9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新細明體</vt:lpstr>
      <vt:lpstr>標楷體</vt:lpstr>
      <vt:lpstr>Arial</vt:lpstr>
      <vt:lpstr>Calibri</vt:lpstr>
      <vt:lpstr>Calibri Light</vt:lpstr>
      <vt:lpstr>Times New Roman</vt:lpstr>
      <vt:lpstr>Wingdings 2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SYNNEX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M0005 Yu</dc:creator>
  <cp:lastModifiedBy>M0005 Yu</cp:lastModifiedBy>
  <cp:revision>108</cp:revision>
  <dcterms:created xsi:type="dcterms:W3CDTF">2025-09-02T04:08:26Z</dcterms:created>
  <dcterms:modified xsi:type="dcterms:W3CDTF">2025-11-03T08:53:09Z</dcterms:modified>
</cp:coreProperties>
</file>