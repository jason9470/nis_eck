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44985-D11B-45BA-B556-AEF35380295E}" type="datetimeFigureOut">
              <a:rPr lang="zh-TW" altLang="en-US" smtClean="0"/>
              <a:t>2025/11/6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0E65E-0E97-4B3A-BF3B-569CCB38F0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8961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44985-D11B-45BA-B556-AEF35380295E}" type="datetimeFigureOut">
              <a:rPr lang="zh-TW" altLang="en-US" smtClean="0"/>
              <a:t>2025/11/6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0E65E-0E97-4B3A-BF3B-569CCB38F0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5337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44985-D11B-45BA-B556-AEF35380295E}" type="datetimeFigureOut">
              <a:rPr lang="zh-TW" altLang="en-US" smtClean="0"/>
              <a:t>2025/11/6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0E65E-0E97-4B3A-BF3B-569CCB38F0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94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44985-D11B-45BA-B556-AEF35380295E}" type="datetimeFigureOut">
              <a:rPr lang="zh-TW" altLang="en-US" smtClean="0"/>
              <a:t>2025/11/6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0E65E-0E97-4B3A-BF3B-569CCB38F0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5017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44985-D11B-45BA-B556-AEF35380295E}" type="datetimeFigureOut">
              <a:rPr lang="zh-TW" altLang="en-US" smtClean="0"/>
              <a:t>2025/11/6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0E65E-0E97-4B3A-BF3B-569CCB38F0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6773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44985-D11B-45BA-B556-AEF35380295E}" type="datetimeFigureOut">
              <a:rPr lang="zh-TW" altLang="en-US" smtClean="0"/>
              <a:t>2025/11/6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0E65E-0E97-4B3A-BF3B-569CCB38F0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5601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44985-D11B-45BA-B556-AEF35380295E}" type="datetimeFigureOut">
              <a:rPr lang="zh-TW" altLang="en-US" smtClean="0"/>
              <a:t>2025/11/6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0E65E-0E97-4B3A-BF3B-569CCB38F0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2047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44985-D11B-45BA-B556-AEF35380295E}" type="datetimeFigureOut">
              <a:rPr lang="zh-TW" altLang="en-US" smtClean="0"/>
              <a:t>2025/11/6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0E65E-0E97-4B3A-BF3B-569CCB38F0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6874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44985-D11B-45BA-B556-AEF35380295E}" type="datetimeFigureOut">
              <a:rPr lang="zh-TW" altLang="en-US" smtClean="0"/>
              <a:t>2025/11/6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0E65E-0E97-4B3A-BF3B-569CCB38F0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7343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44985-D11B-45BA-B556-AEF35380295E}" type="datetimeFigureOut">
              <a:rPr lang="zh-TW" altLang="en-US" smtClean="0"/>
              <a:t>2025/11/6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0E65E-0E97-4B3A-BF3B-569CCB38F0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3961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44985-D11B-45BA-B556-AEF35380295E}" type="datetimeFigureOut">
              <a:rPr lang="zh-TW" altLang="en-US" smtClean="0"/>
              <a:t>2025/11/6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0E65E-0E97-4B3A-BF3B-569CCB38F0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9434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844985-D11B-45BA-B556-AEF35380295E}" type="datetimeFigureOut">
              <a:rPr lang="zh-TW" altLang="en-US" smtClean="0"/>
              <a:t>2025/11/6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40E65E-0E97-4B3A-BF3B-569CCB38F0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04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721895" y="232610"/>
            <a:ext cx="101305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 </a:t>
            </a:r>
            <a:r>
              <a:rPr lang="en-US" altLang="zh-TW" dirty="0" smtClean="0"/>
              <a:t>.[</a:t>
            </a:r>
            <a:r>
              <a:rPr lang="zh-TW" altLang="en-US" dirty="0" smtClean="0"/>
              <a:t>自費同意書</a:t>
            </a:r>
            <a:r>
              <a:rPr lang="en-US" altLang="zh-TW" dirty="0" smtClean="0"/>
              <a:t>]</a:t>
            </a:r>
            <a:r>
              <a:rPr lang="zh-TW" altLang="en-US" dirty="0" smtClean="0"/>
              <a:t> </a:t>
            </a:r>
            <a:r>
              <a:rPr lang="en-US" altLang="zh-TW" dirty="0" smtClean="0"/>
              <a:t>-</a:t>
            </a:r>
            <a:r>
              <a:rPr lang="zh-TW" altLang="en-US" dirty="0" smtClean="0"/>
              <a:t> 編輯畫面新增項目，先點選自費同意書清單後點選編輯。</a:t>
            </a:r>
            <a:endParaRPr lang="en-US" altLang="zh-TW" dirty="0" smtClean="0"/>
          </a:p>
          <a:p>
            <a:r>
              <a:rPr lang="en-US" altLang="zh-TW" dirty="0"/>
              <a:t/>
            </a:r>
            <a:br>
              <a:rPr lang="en-US" altLang="zh-TW" dirty="0"/>
            </a:br>
            <a:r>
              <a:rPr lang="zh-TW" altLang="en-US" dirty="0" smtClean="0"/>
              <a:t>可使用圖片中的病人及時間區間錯測試，測試時需先將</a:t>
            </a:r>
            <a:r>
              <a:rPr lang="en-US" altLang="zh-TW" dirty="0" smtClean="0"/>
              <a:t>Controllers\</a:t>
            </a:r>
            <a:r>
              <a:rPr lang="en-US" altLang="zh-TW" dirty="0" err="1" smtClean="0"/>
              <a:t>SelfPaymentConsentController.cs</a:t>
            </a:r>
            <a:r>
              <a:rPr lang="zh-TW" altLang="en-US" dirty="0" smtClean="0"/>
              <a:t> 的</a:t>
            </a:r>
            <a:r>
              <a:rPr lang="en-US" altLang="zh-TW" dirty="0" smtClean="0"/>
              <a:t>201-251</a:t>
            </a:r>
            <a:r>
              <a:rPr lang="zh-TW" altLang="en-US" dirty="0" smtClean="0"/>
              <a:t>行做註解才可正常顯示</a:t>
            </a:r>
            <a:endParaRPr lang="en-US" altLang="zh-TW" dirty="0" smtClean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895" y="1696581"/>
            <a:ext cx="10058400" cy="2364434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895" y="3929529"/>
            <a:ext cx="10058400" cy="203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233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721895" y="232610"/>
            <a:ext cx="101305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於編輯頁面的</a:t>
            </a:r>
            <a:r>
              <a:rPr lang="en-US" altLang="zh-TW" dirty="0" smtClean="0"/>
              <a:t>[</a:t>
            </a:r>
            <a:r>
              <a:rPr lang="zh-TW" altLang="en-US" dirty="0" smtClean="0"/>
              <a:t>自費項目</a:t>
            </a:r>
            <a:r>
              <a:rPr lang="en-US" altLang="zh-TW" dirty="0" smtClean="0"/>
              <a:t>]</a:t>
            </a:r>
            <a:r>
              <a:rPr lang="zh-TW" altLang="en-US" dirty="0" smtClean="0"/>
              <a:t>下新增一列</a:t>
            </a:r>
            <a:r>
              <a:rPr lang="zh-TW" altLang="en-US" dirty="0" smtClean="0"/>
              <a:t>項目：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[</a:t>
            </a:r>
            <a:r>
              <a:rPr lang="zh-TW" altLang="en-US" dirty="0" smtClean="0"/>
              <a:t>自費</a:t>
            </a:r>
            <a:r>
              <a:rPr lang="zh-TW" altLang="en-US" dirty="0"/>
              <a:t>同意書無法完成</a:t>
            </a:r>
            <a:r>
              <a:rPr lang="zh-TW" altLang="en-US" dirty="0" smtClean="0"/>
              <a:t>原因</a:t>
            </a:r>
            <a:r>
              <a:rPr lang="en-US" altLang="zh-TW" dirty="0" smtClean="0"/>
              <a:t>]:</a:t>
            </a:r>
            <a:r>
              <a:rPr lang="en-US" altLang="zh-TW" dirty="0"/>
              <a:t>1.</a:t>
            </a:r>
            <a:r>
              <a:rPr lang="zh-TW" altLang="en-US" dirty="0"/>
              <a:t>等家屬到院、</a:t>
            </a:r>
            <a:r>
              <a:rPr lang="en-US" altLang="zh-TW" dirty="0"/>
              <a:t>2.</a:t>
            </a:r>
            <a:r>
              <a:rPr lang="zh-TW" altLang="en-US" dirty="0"/>
              <a:t>社會局安置病人、</a:t>
            </a:r>
            <a:r>
              <a:rPr lang="en-US" altLang="zh-TW" dirty="0"/>
              <a:t>3.</a:t>
            </a:r>
            <a:r>
              <a:rPr lang="zh-TW" altLang="en-US" dirty="0"/>
              <a:t>沒有家屬、</a:t>
            </a:r>
            <a:r>
              <a:rPr lang="en-US" altLang="zh-TW" dirty="0"/>
              <a:t>4.</a:t>
            </a:r>
            <a:r>
              <a:rPr lang="zh-TW" altLang="en-US" dirty="0"/>
              <a:t>緊急狀況先以電話聯繫同意、</a:t>
            </a:r>
            <a:r>
              <a:rPr lang="en-US" altLang="zh-TW" dirty="0"/>
              <a:t>5</a:t>
            </a:r>
            <a:r>
              <a:rPr lang="zh-TW" altLang="en-US" dirty="0"/>
              <a:t>其它</a:t>
            </a:r>
            <a:r>
              <a:rPr lang="en-US" altLang="zh-TW" dirty="0"/>
              <a:t>(</a:t>
            </a:r>
            <a:r>
              <a:rPr lang="zh-TW" altLang="en-US" dirty="0"/>
              <a:t>文字說明</a:t>
            </a:r>
            <a:r>
              <a:rPr lang="en-US" altLang="zh-TW" dirty="0"/>
              <a:t>)</a:t>
            </a:r>
            <a:br>
              <a:rPr lang="en-US" altLang="zh-TW" dirty="0"/>
            </a:br>
            <a:endParaRPr lang="en-US" altLang="zh-TW" dirty="0" smtClean="0"/>
          </a:p>
          <a:p>
            <a:r>
              <a:rPr lang="zh-TW" altLang="en-US" dirty="0" smtClean="0"/>
              <a:t>*看是否以新增</a:t>
            </a:r>
            <a:r>
              <a:rPr lang="en-US" altLang="zh-TW" dirty="0" smtClean="0"/>
              <a:t>SELFPAYCONSENT_MASTER</a:t>
            </a:r>
            <a:r>
              <a:rPr lang="zh-TW" altLang="en-US" dirty="0" smtClean="0"/>
              <a:t>欄位做該資料存檔</a:t>
            </a:r>
            <a:endParaRPr lang="en-US" altLang="zh-TW" dirty="0" smtClean="0"/>
          </a:p>
          <a:p>
            <a:r>
              <a:rPr lang="zh-TW" altLang="en-US" dirty="0" smtClean="0"/>
              <a:t>*該項目需顯示於</a:t>
            </a:r>
            <a:r>
              <a:rPr lang="zh-TW" altLang="en-US" dirty="0" smtClean="0"/>
              <a:t>清單</a:t>
            </a:r>
            <a:r>
              <a:rPr lang="zh-TW" altLang="en-US" dirty="0" smtClean="0"/>
              <a:t>中看是否同時</a:t>
            </a:r>
            <a:r>
              <a:rPr lang="zh-TW" altLang="en-US" dirty="0" smtClean="0"/>
              <a:t>寫入註記內容的欄位</a:t>
            </a:r>
            <a:r>
              <a:rPr lang="zh-TW" altLang="en-US" dirty="0" smtClean="0"/>
              <a:t>中或是另外新增一個欄位做顯示</a:t>
            </a:r>
            <a:endParaRPr lang="en-US" altLang="zh-TW" dirty="0" smtClean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781" y="1986936"/>
            <a:ext cx="8253025" cy="2922277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27" y="5347210"/>
            <a:ext cx="10058400" cy="1334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929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721895" y="232610"/>
            <a:ext cx="1013058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</a:t>
            </a:r>
            <a:r>
              <a:rPr lang="en-US" altLang="zh-TW" dirty="0" smtClean="0"/>
              <a:t> .[</a:t>
            </a:r>
            <a:r>
              <a:rPr lang="zh-TW" altLang="en-US" dirty="0" smtClean="0"/>
              <a:t>計價摘要</a:t>
            </a:r>
            <a:r>
              <a:rPr lang="en-US" altLang="zh-TW" dirty="0" smtClean="0"/>
              <a:t>]</a:t>
            </a:r>
            <a:r>
              <a:rPr lang="zh-TW" altLang="en-US" dirty="0" smtClean="0"/>
              <a:t> </a:t>
            </a:r>
            <a:r>
              <a:rPr lang="en-US" altLang="zh-TW" dirty="0" smtClean="0"/>
              <a:t>-</a:t>
            </a:r>
            <a:r>
              <a:rPr lang="zh-TW" altLang="en-US" dirty="0" smtClean="0"/>
              <a:t> 新增一個</a:t>
            </a:r>
            <a:r>
              <a:rPr lang="en-US" altLang="zh-TW" dirty="0" smtClean="0"/>
              <a:t>[</a:t>
            </a:r>
            <a:r>
              <a:rPr lang="zh-TW" altLang="en-US" dirty="0" smtClean="0"/>
              <a:t>代理護理師</a:t>
            </a:r>
            <a:r>
              <a:rPr lang="en-US" altLang="zh-TW" dirty="0" smtClean="0"/>
              <a:t>]</a:t>
            </a:r>
            <a:r>
              <a:rPr lang="zh-TW" altLang="en-US" dirty="0" smtClean="0"/>
              <a:t>功能，於第一格輸入員工代碼後點選</a:t>
            </a:r>
            <a:r>
              <a:rPr lang="en-US" altLang="zh-TW" dirty="0" smtClean="0"/>
              <a:t>[</a:t>
            </a:r>
            <a:r>
              <a:rPr lang="zh-TW" altLang="en-US" dirty="0" smtClean="0"/>
              <a:t>確認</a:t>
            </a:r>
            <a:r>
              <a:rPr lang="en-US" altLang="zh-TW" dirty="0" smtClean="0"/>
              <a:t>]</a:t>
            </a:r>
            <a:r>
              <a:rPr lang="zh-TW" altLang="en-US" dirty="0" smtClean="0"/>
              <a:t>，將該員工姓名帶入第二格</a:t>
            </a:r>
            <a:r>
              <a:rPr lang="en-US" altLang="zh-TW" dirty="0" smtClean="0"/>
              <a:t>(</a:t>
            </a:r>
            <a:r>
              <a:rPr lang="zh-TW" altLang="en-US" dirty="0" smtClean="0"/>
              <a:t>唯讀</a:t>
            </a:r>
            <a:r>
              <a:rPr lang="en-US" altLang="zh-TW" dirty="0" smtClean="0"/>
              <a:t>)</a:t>
            </a:r>
            <a:r>
              <a:rPr lang="zh-TW" altLang="en-US" dirty="0" smtClean="0"/>
              <a:t>，並後續該頁面查詢動作以該</a:t>
            </a:r>
            <a:r>
              <a:rPr lang="en-US" altLang="zh-TW" dirty="0" smtClean="0"/>
              <a:t>[</a:t>
            </a:r>
            <a:r>
              <a:rPr lang="zh-TW" altLang="en-US" dirty="0" smtClean="0"/>
              <a:t>代理護理師的資料</a:t>
            </a:r>
            <a:r>
              <a:rPr lang="en-US" altLang="zh-TW" dirty="0" smtClean="0"/>
              <a:t>]</a:t>
            </a:r>
            <a:r>
              <a:rPr lang="zh-TW" altLang="en-US" dirty="0" smtClean="0"/>
              <a:t>做查詢，點選清除後清除格子中的資料，該頁面查詢資料恢復抓該登入者資料。</a:t>
            </a:r>
            <a:endParaRPr lang="en-US" altLang="zh-TW" dirty="0" smtClean="0"/>
          </a:p>
          <a:p>
            <a:endParaRPr lang="en-US" altLang="zh-TW" dirty="0"/>
          </a:p>
          <a:p>
            <a:r>
              <a:rPr lang="en-US" altLang="zh-TW" dirty="0"/>
              <a:t/>
            </a:r>
            <a:br>
              <a:rPr lang="en-US" altLang="zh-TW" dirty="0"/>
            </a:br>
            <a:r>
              <a:rPr lang="zh-TW" altLang="en-US" dirty="0" smtClean="0"/>
              <a:t>*代理護理師的帳號只限於查詢時變更，下方存檔的操作還是以目前使用者資料</a:t>
            </a:r>
            <a:endParaRPr lang="en-US" altLang="zh-TW" dirty="0" smtClean="0"/>
          </a:p>
          <a:p>
            <a:r>
              <a:rPr lang="zh-TW" altLang="en-US" dirty="0"/>
              <a:t>*代理護理</a:t>
            </a:r>
            <a:r>
              <a:rPr lang="zh-TW" altLang="en-US" dirty="0" smtClean="0"/>
              <a:t>師的姓名應該能以</a:t>
            </a:r>
            <a:r>
              <a:rPr lang="en-US" altLang="zh-TW" dirty="0" err="1"/>
              <a:t>webService.UserName</a:t>
            </a:r>
            <a:r>
              <a:rPr lang="en-US" altLang="zh-TW" dirty="0"/>
              <a:t>(</a:t>
            </a:r>
            <a:r>
              <a:rPr lang="en-US" altLang="zh-TW" dirty="0" err="1"/>
              <a:t>userno</a:t>
            </a:r>
            <a:r>
              <a:rPr lang="en-US" altLang="zh-TW" smtClean="0"/>
              <a:t>)</a:t>
            </a:r>
            <a:r>
              <a:rPr lang="zh-TW" altLang="en-US" smtClean="0"/>
              <a:t>抓取</a:t>
            </a:r>
            <a:endParaRPr lang="en-US" altLang="zh-TW" dirty="0" smtClean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895" y="2470425"/>
            <a:ext cx="10058400" cy="1158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804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6657</TotalTime>
  <Words>114</Words>
  <Application>Microsoft Office PowerPoint</Application>
  <PresentationFormat>寬螢幕</PresentationFormat>
  <Paragraphs>9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8" baseType="lpstr">
      <vt:lpstr>新細明體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</vt:vector>
  </TitlesOfParts>
  <Company>SYNNEX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M0005 Yu</dc:creator>
  <cp:lastModifiedBy>M0005 Yu</cp:lastModifiedBy>
  <cp:revision>118</cp:revision>
  <dcterms:created xsi:type="dcterms:W3CDTF">2025-09-02T04:08:26Z</dcterms:created>
  <dcterms:modified xsi:type="dcterms:W3CDTF">2025-11-06T06:36:14Z</dcterms:modified>
</cp:coreProperties>
</file>